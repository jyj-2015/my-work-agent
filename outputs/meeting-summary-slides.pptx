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61520" cy="1828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핀노트 프로덕트 주간회의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2026-07-17(목) 저녁  ·  참석: 한동균, 김지우, 서다인, 문세영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논의 안건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28800" y="16002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E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자동연동 베타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0574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일부 은행 연동 실패로 이번 주 오픈 보류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0632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063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30175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E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주간 리포트 푸시 알림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28800" y="34747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낮은 열람률 개선 위해 발송 시간 변경 테스트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4805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480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28800" y="44348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E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가입 이탈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28800" y="48920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온보딩 3단계 이탈 원인 파악을 위한 인터뷰 추진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자동연동 베타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일부 은행(두세 곳) 연동이 자꾸 실패함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2E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시 화면이 멈춘 것처럼 보인다는 피드백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931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43434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오픈은 보류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2E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실패해도 앱이 멈추지 않도록 처리부터 진행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일 (세영)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194560"/>
            <a:ext cx="4754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은행별 연동 실패 목록 정리 후 공유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70332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931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43434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재오픈 날짜 — 실패 처리 완료 후 다시 논의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주간 리포트 푸시 알림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열람률이 한 자릿수로 저조함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2E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아침(출근 시간) 발송이라 묻히는 것으로 추정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931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43434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 시간을 저녁으로 바꿔 테스트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일 (다인)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194560"/>
            <a:ext cx="4754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카피 후보 준비 (문구가 딱딱하다는 의견 반영)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가입 이탈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온보딩 3단계(계좌 연결)에서 이탈이 유독 많음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2E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로그만으로는 원인이 애매함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931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43434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인터뷰를 통해 원인 파악 추진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194560"/>
            <a:ext cx="4754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인터뷰 대상·일정 확정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70332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931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43434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인터뷰 대상 및 일정 — 다음 회의에서 확정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회의 전까지 할 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5212080" cy="2377440"/>
          </a:xfrm>
          <a:prstGeom prst="roundRect">
            <a:avLst>
              <a:gd name="adj" fmla="val 3846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19202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8308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은행별 연동 실패 목록 정리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E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 알림 저녁 발송 테스트 세팅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645920"/>
            <a:ext cx="5212080" cy="2377440"/>
          </a:xfrm>
          <a:prstGeom prst="roundRect">
            <a:avLst>
              <a:gd name="adj" fmla="val 3846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19202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7804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다인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74320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카피 후보 뽑기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297680"/>
            <a:ext cx="10698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480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미정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4892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온보딩 이탈 사용자 인터뷰 — 대상·일정 정해서 다음 회의에서 다시 논의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회의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 목요일 저녁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2026-07-28T12:58:41Z</dcterms:created>
  <dcterms:modified xsi:type="dcterms:W3CDTF">2026-07-28T12:58:41Z</dcterms:modified>
</cp:coreProperties>
</file>